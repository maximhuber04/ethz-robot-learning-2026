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BACE-914A-CB80-DEE0-96074C009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71AF5-8E6E-3473-1C86-A8B3BE24C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F5737-27EE-5FCA-BA9C-47B3D5D2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A3E80-950B-B2D4-9E99-C3FAD219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723CE-ECEB-DA9F-6B69-07D04B99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5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67F2-142E-8787-EAD2-C58FBB38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7F44A-A710-93F1-60CF-35B6E3154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84BD-C139-8F77-97E4-D7C4BAC6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E4CE3-D02F-01C2-38CE-AF9898BC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8DE33-A588-2C1F-95B6-FA8A61F6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F8BC-D1A1-12D3-7B78-AFAD79F7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A69FA-A1F9-ED88-FDA9-B8FFE6A8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FD58D-53AD-8F49-14D2-DF62FF9B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615C-F3AF-5EB3-2DCC-F74EF0E9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6C35A-08B8-AA52-EF41-45D3E628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0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443F-9ACA-D408-D097-3A1A762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844F-6C43-8AE0-5BBF-B60A93CC7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E7EBE-72DA-F31B-3EF1-57D6E88CB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C065F-531F-C5AB-588F-B9DD9FC01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C6186-9A3D-4E73-E49A-0BE08618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9F6E6-BB00-0D39-F35E-429F7B44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4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90C3-5102-ECF5-C4BB-67039D2B7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63AD6-719C-3F39-C800-86749FB39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59545-7A76-7191-BCD3-B4C048D29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06BD0-5FF6-DEA3-C259-18D25CC3C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3E69A-1BFF-3933-87A6-1BCDD92B3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7A157-C197-C186-704F-A3B57180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691B4-B297-DB05-85C4-2A1110F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1CBD8-9047-8E1B-9DF7-BD9C9880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1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4862-3C66-2820-3660-211F707E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F6967-BA7C-A3FC-E4B2-354398EB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34B5F-C6E4-9EA8-55D9-9484E44B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A9D34-79AD-90FA-EA35-6368DB36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7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6B0C58-4840-F077-DB49-9A07AE93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57E69-98B5-4627-F857-369D6F91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42BD7-0F62-370E-34D3-74F55CB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27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85C34-70BE-70C7-E354-22B3D3DD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8554-205F-C1EA-4F69-B37C48B2E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72A7D-8F99-515D-4137-ABEDB9E00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3B176-2621-B5B8-6E13-DF47DCC7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5C782-EE7A-9743-498C-5D15EC03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4D669-F439-8A0A-ACE0-0875CDB6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4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B06E-FE41-742F-4052-D6612996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8F8A7B-25D2-8243-CBF1-A7E92583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4AE9B-3640-2C19-5771-A2C77251A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F8A58-1083-3AB6-869E-51177DED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7B0D6-E379-4004-7C05-E56D976C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E39CF-2EA1-59DC-8C0C-6B0466D5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4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4CCD-82FC-0430-57F9-64BC1669F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CCAA-B937-D45F-FA62-349F11FB9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98002-08F0-4555-0142-1176F5CD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BD436-8C07-9A46-F5A4-CCA222B9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C0C2-80BA-F437-C9F7-BF85E85D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6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CB6D6-C875-ECD3-9712-D63DBF591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3B7C0-FDE4-B4E0-1100-758B3CD9D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E4C46-59F7-FDE6-65BA-AE0B1A8A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0EB10-E728-9801-ABF5-EEFED2A8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C95B7-FB63-E4D7-EDC2-1DAA63F2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9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411C3-AD83-FA8B-6C30-6EF00BA0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33603-3150-B18D-D211-2CBA5EAE5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3F18E-9F32-7221-7EF6-69485F729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37596-EAC1-4E44-8CBC-16045DABBEF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9CD52-148C-523B-FF19-48D1EEFF4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Maxim Huber – Robot Learning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1BD7F-B1AC-DCC4-A453-0FB39EF2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CCF64-5C80-9348-9651-132A8769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0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and chart of a graph&#10;&#10;AI-generated content may be incorrect.">
            <a:extLst>
              <a:ext uri="{FF2B5EF4-FFF2-40B4-BE49-F238E27FC236}">
                <a16:creationId xmlns:a16="http://schemas.microsoft.com/office/drawing/2014/main" id="{DA30F054-7484-818E-F0D2-9F250545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426604" y="1998691"/>
            <a:ext cx="4426604" cy="2895908"/>
          </a:xfrm>
          <a:prstGeom prst="rect">
            <a:avLst/>
          </a:prstGeom>
        </p:spPr>
      </p:pic>
      <p:pic>
        <p:nvPicPr>
          <p:cNvPr id="7" name="Picture 6" descr="A collage of numbers&#10;&#10;AI-generated content may be incorrect.">
            <a:extLst>
              <a:ext uri="{FF2B5EF4-FFF2-40B4-BE49-F238E27FC236}">
                <a16:creationId xmlns:a16="http://schemas.microsoft.com/office/drawing/2014/main" id="{C3A22D09-10B7-027C-F917-470D5DECE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048" y="1737859"/>
            <a:ext cx="2753152" cy="2895908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813C2D5-B05C-176B-9F21-4D9A5393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3</a:t>
            </a:r>
          </a:p>
        </p:txBody>
      </p:sp>
      <p:pic>
        <p:nvPicPr>
          <p:cNvPr id="9" name="Picture 8" descr="A graph and chart of a graph&#10;&#10;AI-generated content may be incorrect.">
            <a:extLst>
              <a:ext uri="{FF2B5EF4-FFF2-40B4-BE49-F238E27FC236}">
                <a16:creationId xmlns:a16="http://schemas.microsoft.com/office/drawing/2014/main" id="{51DADFDE-4595-3E45-C710-F2AF1053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0" y="1998691"/>
            <a:ext cx="4426604" cy="28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0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361E-00E4-0AB2-D6FB-980158C8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4</a:t>
            </a:r>
          </a:p>
        </p:txBody>
      </p:sp>
      <p:pic>
        <p:nvPicPr>
          <p:cNvPr id="4" name="Picture 3" descr="A graph with colorful lines and arrows&#10;&#10;AI-generated content may be incorrect.">
            <a:extLst>
              <a:ext uri="{FF2B5EF4-FFF2-40B4-BE49-F238E27FC236}">
                <a16:creationId xmlns:a16="http://schemas.microsoft.com/office/drawing/2014/main" id="{7D01A53F-3A3E-7048-81CC-11A8FF079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333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9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Ex 3</vt:lpstr>
      <vt:lpstr>Ex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Alexander KSW 2024spW</dc:creator>
  <cp:lastModifiedBy>Huber Alexander KSW 2024spW</cp:lastModifiedBy>
  <cp:revision>2</cp:revision>
  <dcterms:created xsi:type="dcterms:W3CDTF">2026-02-22T13:05:05Z</dcterms:created>
  <dcterms:modified xsi:type="dcterms:W3CDTF">2026-02-22T13:21:48Z</dcterms:modified>
</cp:coreProperties>
</file>